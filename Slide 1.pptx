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5" d="100"/>
          <a:sy n="45" d="100"/>
        </p:scale>
        <p:origin x="-120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9800"/>
            <a:ext cx="7772400" cy="1600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62400"/>
            <a:ext cx="7010400" cy="17526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/>
              <a:t>Team members</a:t>
            </a:r>
          </a:p>
          <a:p>
            <a:pPr algn="just"/>
            <a:r>
              <a:rPr lang="en-US" dirty="0" err="1" smtClean="0"/>
              <a:t>T.Noorulfarhana</a:t>
            </a:r>
            <a:endParaRPr lang="en-US" dirty="0" smtClean="0"/>
          </a:p>
          <a:p>
            <a:pPr algn="just"/>
            <a:r>
              <a:rPr lang="en-US" dirty="0" err="1" smtClean="0"/>
              <a:t>P.Muthumari</a:t>
            </a:r>
            <a:endParaRPr lang="en-US" dirty="0" smtClean="0"/>
          </a:p>
          <a:p>
            <a:pPr algn="just"/>
            <a:r>
              <a:rPr lang="en-US" dirty="0" err="1" smtClean="0"/>
              <a:t>R.Muneeshwari</a:t>
            </a:r>
            <a:endParaRPr lang="en-US" dirty="0" smtClean="0"/>
          </a:p>
          <a:p>
            <a:pPr algn="just"/>
            <a:r>
              <a:rPr lang="en-US" dirty="0" err="1" smtClean="0"/>
              <a:t>M.Muthalagu</a:t>
            </a:r>
            <a:endParaRPr lang="en-US" dirty="0" smtClean="0"/>
          </a:p>
          <a:p>
            <a:pPr algn="just"/>
            <a:r>
              <a:rPr lang="en-US" dirty="0" err="1" smtClean="0"/>
              <a:t>M.Maniselvi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28800" y="9144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PROJECT TITLE: LEGALEASE: AI-POWERED LEGAL DOCUMENT GENERATOR   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088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Legal documents are important in many personal, educational, business, and professional situations.</a:t>
            </a:r>
          </a:p>
          <a:p>
            <a:r>
              <a:rPr lang="en-US" sz="2400" dirty="0" smtClean="0"/>
              <a:t>Creating these documents manually can be time-consuming and confusing.</a:t>
            </a:r>
          </a:p>
          <a:p>
            <a:r>
              <a:rPr lang="en-US" sz="2400" dirty="0" smtClean="0"/>
              <a:t>Many people may not know the correct format or legal terminology.</a:t>
            </a:r>
          </a:p>
          <a:p>
            <a:r>
              <a:rPr lang="en-US" sz="2400" dirty="0" err="1" smtClean="0"/>
              <a:t>LegalEase</a:t>
            </a:r>
            <a:r>
              <a:rPr lang="en-US" sz="2400" dirty="0" smtClean="0"/>
              <a:t> uses AI to simplify the process.</a:t>
            </a:r>
          </a:p>
          <a:p>
            <a:r>
              <a:rPr lang="en-US" sz="2400" dirty="0" smtClean="0"/>
              <a:t>Users can provide basic information and generate a structured document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Problem Statement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Creating legal documents manually requires time and effort.</a:t>
            </a:r>
          </a:p>
          <a:p>
            <a:r>
              <a:rPr lang="en-US" sz="2400" dirty="0" smtClean="0"/>
              <a:t>Legal language can be difficult for ordinary users to understand.</a:t>
            </a:r>
          </a:p>
          <a:p>
            <a:r>
              <a:rPr lang="en-US" sz="2400" dirty="0" smtClean="0"/>
              <a:t>Incorrect formatting may reduce the usefulness of a document.</a:t>
            </a:r>
          </a:p>
          <a:p>
            <a:r>
              <a:rPr lang="en-US" sz="2400" dirty="0" smtClean="0"/>
              <a:t>Professional legal assistance may not always be immediately accessible.</a:t>
            </a:r>
          </a:p>
          <a:p>
            <a:r>
              <a:rPr lang="en-US" sz="2400" dirty="0" smtClean="0"/>
              <a:t>Users need a simple and guided document-generation system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Proposed Solution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LegalEase</a:t>
            </a:r>
            <a:r>
              <a:rPr lang="en-US" sz="2400" dirty="0" smtClean="0"/>
              <a:t> provides an AI-powered document generation platform.</a:t>
            </a:r>
          </a:p>
          <a:p>
            <a:r>
              <a:rPr lang="en-US" sz="2400" dirty="0" smtClean="0"/>
              <a:t>Users select the required document type.</a:t>
            </a:r>
          </a:p>
          <a:p>
            <a:r>
              <a:rPr lang="en-US" sz="2400" dirty="0" smtClean="0"/>
              <a:t>The system collects the necessary information through a simple interface.</a:t>
            </a:r>
          </a:p>
          <a:p>
            <a:r>
              <a:rPr lang="en-US" sz="2400" dirty="0" smtClean="0"/>
              <a:t>AI processes the information and generates a suitable document.</a:t>
            </a:r>
          </a:p>
          <a:p>
            <a:r>
              <a:rPr lang="en-US" sz="2400" dirty="0" smtClean="0"/>
              <a:t>The generated document can be reviewed and downloaded.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Objectives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Automate basic legal document creation.</a:t>
            </a:r>
          </a:p>
          <a:p>
            <a:r>
              <a:rPr lang="en-US" sz="2400" dirty="0" smtClean="0"/>
              <a:t>Reduce the time required to prepare documents.</a:t>
            </a:r>
          </a:p>
          <a:p>
            <a:r>
              <a:rPr lang="en-US" sz="2400" dirty="0" smtClean="0"/>
              <a:t>Provide an easy-to-use interface.</a:t>
            </a:r>
          </a:p>
          <a:p>
            <a:r>
              <a:rPr lang="en-US" sz="2400" dirty="0" smtClean="0"/>
              <a:t>Generate properly structured documents.</a:t>
            </a:r>
          </a:p>
          <a:p>
            <a:r>
              <a:rPr lang="en-US" sz="2400" dirty="0" smtClean="0"/>
              <a:t>Reduce repetitive manual work.</a:t>
            </a:r>
          </a:p>
          <a:p>
            <a:r>
              <a:rPr lang="en-US" sz="2400" dirty="0" smtClean="0"/>
              <a:t>Help users understand the information required for a document.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316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Types of Documents Legal Ease can be designed to support documents such as: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62200"/>
            <a:ext cx="8229600" cy="3992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Rental agreements</a:t>
            </a:r>
          </a:p>
          <a:p>
            <a:r>
              <a:rPr lang="en-US" sz="2400" dirty="0" smtClean="0"/>
              <a:t>Affidavits</a:t>
            </a:r>
          </a:p>
          <a:p>
            <a:r>
              <a:rPr lang="en-US" sz="2400" dirty="0" smtClean="0"/>
              <a:t>Notices</a:t>
            </a:r>
          </a:p>
          <a:p>
            <a:r>
              <a:rPr lang="en-US" sz="2400" dirty="0" smtClean="0"/>
              <a:t>Authorization letters</a:t>
            </a:r>
          </a:p>
          <a:p>
            <a:r>
              <a:rPr lang="en-US" sz="2400" dirty="0" smtClean="0"/>
              <a:t>Employment-related documents</a:t>
            </a:r>
          </a:p>
          <a:p>
            <a:r>
              <a:rPr lang="en-US" sz="2400" dirty="0" smtClean="0"/>
              <a:t>Business agreements</a:t>
            </a:r>
          </a:p>
          <a:p>
            <a:r>
              <a:rPr lang="en-US" sz="2400" dirty="0" smtClean="0"/>
              <a:t>Non-disclosure agreements</a:t>
            </a:r>
          </a:p>
          <a:p>
            <a:r>
              <a:rPr lang="en-US" sz="2400" dirty="0" smtClean="0"/>
              <a:t>Other structured legal templates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</a:t>
            </a:r>
            <a:r>
              <a:rPr lang="en-US" dirty="0" err="1" smtClean="0"/>
              <a:t>LegalEase</a:t>
            </a:r>
            <a:r>
              <a:rPr lang="en-US" dirty="0" smtClean="0"/>
              <a:t> Works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User opens the </a:t>
            </a:r>
            <a:r>
              <a:rPr lang="en-US" sz="2600" dirty="0" err="1" smtClean="0"/>
              <a:t>LegalEase</a:t>
            </a:r>
            <a:r>
              <a:rPr lang="en-US" sz="2600" dirty="0" smtClean="0"/>
              <a:t> application.</a:t>
            </a:r>
          </a:p>
          <a:p>
            <a:r>
              <a:rPr lang="en-US" sz="2600" dirty="0" smtClean="0"/>
              <a:t>User selects the required document type.</a:t>
            </a:r>
          </a:p>
          <a:p>
            <a:r>
              <a:rPr lang="en-US" sz="2600" dirty="0" smtClean="0"/>
              <a:t>The system asks for relevant information.</a:t>
            </a:r>
          </a:p>
          <a:p>
            <a:r>
              <a:rPr lang="en-US" sz="2600" dirty="0" smtClean="0"/>
              <a:t>User enters the required details.</a:t>
            </a:r>
          </a:p>
          <a:p>
            <a:r>
              <a:rPr lang="en-US" sz="2600" dirty="0" smtClean="0"/>
              <a:t>The information is sent to the backend.</a:t>
            </a:r>
          </a:p>
          <a:p>
            <a:r>
              <a:rPr lang="en-US" sz="2600" dirty="0" smtClean="0"/>
              <a:t>AI processes the information.</a:t>
            </a:r>
          </a:p>
          <a:p>
            <a:r>
              <a:rPr lang="en-US" sz="2600" dirty="0" smtClean="0"/>
              <a:t>A structured document is generated.</a:t>
            </a:r>
          </a:p>
          <a:p>
            <a:r>
              <a:rPr lang="en-US" sz="2600" dirty="0" smtClean="0"/>
              <a:t>User reviews the document.</a:t>
            </a:r>
          </a:p>
          <a:p>
            <a:r>
              <a:rPr lang="en-US" sz="2600" dirty="0" smtClean="0"/>
              <a:t>The document can be downloaded.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System Architecture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User → Frontend → Backend/API → AI/LLM → Document Generator → Database/Storage → User</a:t>
            </a:r>
          </a:p>
          <a:p>
            <a:r>
              <a:rPr lang="en-US" sz="2400" dirty="0" smtClean="0"/>
              <a:t>Frontend: User interface</a:t>
            </a:r>
          </a:p>
          <a:p>
            <a:r>
              <a:rPr lang="en-US" sz="2400" dirty="0" smtClean="0"/>
              <a:t>Backend: Handles application logic</a:t>
            </a:r>
          </a:p>
          <a:p>
            <a:r>
              <a:rPr lang="en-US" sz="2400" dirty="0" smtClean="0"/>
              <a:t>AI/LLM: Generates or assists with document content</a:t>
            </a:r>
          </a:p>
          <a:p>
            <a:r>
              <a:rPr lang="en-US" sz="2400" dirty="0" smtClean="0"/>
              <a:t>Database: Stores required application data</a:t>
            </a:r>
          </a:p>
          <a:p>
            <a:r>
              <a:rPr lang="en-US" sz="2400" dirty="0" smtClean="0"/>
              <a:t>Document Generator: Creates the final document</a:t>
            </a:r>
          </a:p>
          <a:p>
            <a:r>
              <a:rPr lang="en-US" sz="2400" dirty="0" smtClean="0"/>
              <a:t>Output: Preview/downloadable document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Technologies Used</a:t>
            </a:r>
            <a:br>
              <a:rPr lang="en-US" dirty="0" smtClean="0"/>
            </a:b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Frontend: HTML, CSS, JavaScript / React</a:t>
            </a:r>
          </a:p>
          <a:p>
            <a:r>
              <a:rPr lang="en-US" sz="2400" dirty="0" smtClean="0"/>
              <a:t>Backend: Python / Flask or </a:t>
            </a:r>
            <a:r>
              <a:rPr lang="en-US" sz="2400" dirty="0" err="1" smtClean="0"/>
              <a:t>FastAPI</a:t>
            </a:r>
            <a:endParaRPr lang="en-US" sz="2400" dirty="0" smtClean="0"/>
          </a:p>
          <a:p>
            <a:r>
              <a:rPr lang="en-US" sz="2400" dirty="0" smtClean="0"/>
              <a:t>AI: Large Language Model (LLM)</a:t>
            </a:r>
          </a:p>
          <a:p>
            <a:r>
              <a:rPr lang="en-US" sz="2400" dirty="0" smtClean="0"/>
              <a:t>Database: </a:t>
            </a:r>
            <a:r>
              <a:rPr lang="en-US" sz="2400" dirty="0" err="1" smtClean="0"/>
              <a:t>SQLite</a:t>
            </a:r>
            <a:r>
              <a:rPr lang="en-US" sz="2400" dirty="0" smtClean="0"/>
              <a:t> / </a:t>
            </a:r>
            <a:r>
              <a:rPr lang="en-US" sz="2400" dirty="0" err="1" smtClean="0"/>
              <a:t>MySQL</a:t>
            </a:r>
            <a:r>
              <a:rPr lang="en-US" sz="2400" dirty="0" smtClean="0"/>
              <a:t> / </a:t>
            </a:r>
            <a:r>
              <a:rPr lang="en-US" sz="2400" dirty="0" err="1" smtClean="0"/>
              <a:t>PostgreSQL</a:t>
            </a:r>
            <a:endParaRPr lang="en-US" sz="2400" dirty="0" smtClean="0"/>
          </a:p>
          <a:p>
            <a:r>
              <a:rPr lang="en-US" sz="2400" dirty="0" smtClean="0"/>
              <a:t>Document Generation: Python document-generation libraries</a:t>
            </a:r>
          </a:p>
          <a:p>
            <a:r>
              <a:rPr lang="en-US" sz="2400" dirty="0" smtClean="0"/>
              <a:t>Development Tool: VS Code</a:t>
            </a:r>
          </a:p>
          <a:p>
            <a:r>
              <a:rPr lang="en-US" sz="2400" dirty="0" smtClean="0"/>
              <a:t>Version Control: </a:t>
            </a:r>
            <a:r>
              <a:rPr lang="en-US" sz="2400" dirty="0" err="1" smtClean="0"/>
              <a:t>Git</a:t>
            </a:r>
            <a:r>
              <a:rPr lang="en-US" sz="2400" dirty="0" smtClean="0"/>
              <a:t>/</a:t>
            </a:r>
            <a:r>
              <a:rPr lang="en-US" sz="2400" dirty="0" err="1" smtClean="0"/>
              <a:t>GitHub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AI Integration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>
            <a:normAutofit/>
          </a:bodyPr>
          <a:lstStyle/>
          <a:p>
            <a:r>
              <a:rPr lang="en-US" sz="2600" dirty="0" smtClean="0"/>
              <a:t>AI understands the information provided by the user.</a:t>
            </a:r>
          </a:p>
          <a:p>
            <a:r>
              <a:rPr lang="en-US" sz="2600" dirty="0" smtClean="0"/>
              <a:t>It converts user input into structured legal-style content.</a:t>
            </a:r>
          </a:p>
          <a:p>
            <a:r>
              <a:rPr lang="en-US" sz="2600" dirty="0" smtClean="0"/>
              <a:t>AI can assist with drafting and formatting.</a:t>
            </a:r>
          </a:p>
          <a:p>
            <a:r>
              <a:rPr lang="en-US" sz="2600" dirty="0" smtClean="0"/>
              <a:t>Templates can be combined with AI-generated sections.</a:t>
            </a:r>
          </a:p>
          <a:p>
            <a:r>
              <a:rPr lang="en-US" sz="2600" dirty="0" smtClean="0"/>
              <a:t>The system should include appropriate warnings that generated documents may require review by a qualified legal professional.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User Input Example: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Document type</a:t>
            </a:r>
          </a:p>
          <a:p>
            <a:r>
              <a:rPr lang="en-US" sz="2400" dirty="0" smtClean="0"/>
              <a:t>Name of parties</a:t>
            </a:r>
          </a:p>
          <a:p>
            <a:r>
              <a:rPr lang="en-US" sz="2400" dirty="0" smtClean="0"/>
              <a:t>Address</a:t>
            </a:r>
          </a:p>
          <a:p>
            <a:r>
              <a:rPr lang="en-US" sz="2400" dirty="0" smtClean="0"/>
              <a:t>Date</a:t>
            </a:r>
          </a:p>
          <a:p>
            <a:r>
              <a:rPr lang="en-US" sz="2400" dirty="0" smtClean="0"/>
              <a:t>Purpose of agreement</a:t>
            </a:r>
          </a:p>
          <a:p>
            <a:r>
              <a:rPr lang="en-US" sz="2400" dirty="0" smtClean="0"/>
              <a:t>Terms and conditions</a:t>
            </a:r>
          </a:p>
          <a:p>
            <a:r>
              <a:rPr lang="en-US" sz="2400" dirty="0" smtClean="0"/>
              <a:t>Duration</a:t>
            </a:r>
          </a:p>
          <a:p>
            <a:r>
              <a:rPr lang="en-US" sz="2400" dirty="0" smtClean="0"/>
              <a:t>Other required details</a:t>
            </a:r>
          </a:p>
          <a:p>
            <a:r>
              <a:rPr lang="en-US" sz="2400" dirty="0" smtClean="0"/>
              <a:t>The system uses these inputs to create the document.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Document Generation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US" sz="2400" dirty="0" smtClean="0"/>
              <a:t>Validate user inputs.</a:t>
            </a:r>
          </a:p>
          <a:p>
            <a:r>
              <a:rPr lang="en-US" sz="2400" dirty="0" smtClean="0"/>
              <a:t>Select the appropriate template.</a:t>
            </a:r>
          </a:p>
          <a:p>
            <a:r>
              <a:rPr lang="en-US" sz="2400" dirty="0" smtClean="0"/>
              <a:t>Process information through the backend.</a:t>
            </a:r>
          </a:p>
          <a:p>
            <a:r>
              <a:rPr lang="en-US" sz="2400" dirty="0" smtClean="0"/>
              <a:t>Generate required content.</a:t>
            </a:r>
          </a:p>
          <a:p>
            <a:r>
              <a:rPr lang="en-US" sz="2400" dirty="0" smtClean="0"/>
              <a:t>Apply the document structure.</a:t>
            </a:r>
          </a:p>
          <a:p>
            <a:r>
              <a:rPr lang="en-US" sz="2400" dirty="0" smtClean="0"/>
              <a:t>Create the final document.</a:t>
            </a:r>
          </a:p>
          <a:p>
            <a:r>
              <a:rPr lang="en-US" sz="2400" dirty="0" smtClean="0"/>
              <a:t>Display the document for user review.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Advantages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Saves time</a:t>
            </a:r>
          </a:p>
          <a:p>
            <a:r>
              <a:rPr lang="en-US" sz="2400" dirty="0" smtClean="0"/>
              <a:t>Easy to use</a:t>
            </a:r>
          </a:p>
          <a:p>
            <a:r>
              <a:rPr lang="en-US" sz="2400" dirty="0" smtClean="0"/>
              <a:t>Reduces repetitive work</a:t>
            </a:r>
          </a:p>
          <a:p>
            <a:r>
              <a:rPr lang="en-US" sz="2400" dirty="0" smtClean="0"/>
              <a:t>Provides a guided document-generation process</a:t>
            </a:r>
          </a:p>
          <a:p>
            <a:r>
              <a:rPr lang="en-US" sz="2400" dirty="0" smtClean="0"/>
              <a:t>Can be accessed online</a:t>
            </a:r>
          </a:p>
          <a:p>
            <a:r>
              <a:rPr lang="en-US" sz="2400" dirty="0" smtClean="0"/>
              <a:t>Helps users create structured drafts</a:t>
            </a:r>
          </a:p>
          <a:p>
            <a:r>
              <a:rPr lang="en-US" sz="2400" dirty="0" smtClean="0"/>
              <a:t>Can support multiple document types</a:t>
            </a:r>
          </a:p>
          <a:p>
            <a:r>
              <a:rPr lang="en-US" sz="2400" dirty="0" smtClean="0"/>
              <a:t>Can be expanded with additional AI features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Security &amp; Privacy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Protect user information.</a:t>
            </a:r>
          </a:p>
          <a:p>
            <a:r>
              <a:rPr lang="en-US" sz="2400" dirty="0" smtClean="0"/>
              <a:t>Use secure communication between frontend and backend.</a:t>
            </a:r>
          </a:p>
          <a:p>
            <a:r>
              <a:rPr lang="en-US" sz="2400" dirty="0" smtClean="0"/>
              <a:t>Avoid unnecessary storage of sensitive information.</a:t>
            </a:r>
          </a:p>
          <a:p>
            <a:r>
              <a:rPr lang="en-US" sz="2400" dirty="0" smtClean="0"/>
              <a:t>Apply authentication where required.</a:t>
            </a:r>
          </a:p>
          <a:p>
            <a:r>
              <a:rPr lang="en-US" sz="2400" dirty="0" smtClean="0"/>
              <a:t>Restrict unauthorized access.</a:t>
            </a:r>
          </a:p>
          <a:p>
            <a:r>
              <a:rPr lang="en-US" sz="2400" dirty="0" smtClean="0"/>
              <a:t>Clearly explain how user data is handled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Limitations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AI-generated content may contain mistakes.</a:t>
            </a:r>
          </a:p>
          <a:p>
            <a:r>
              <a:rPr lang="en-US" sz="2400" dirty="0" smtClean="0"/>
              <a:t>Laws and legal requirements differ by location.</a:t>
            </a:r>
          </a:p>
          <a:p>
            <a:r>
              <a:rPr lang="en-US" sz="2400" dirty="0" smtClean="0"/>
              <a:t>Generated documents should not automatically be treated as professional legal advice.</a:t>
            </a:r>
          </a:p>
          <a:p>
            <a:r>
              <a:rPr lang="en-US" sz="2400" dirty="0" smtClean="0"/>
              <a:t>Important documents may require review by a qualified lawyer.</a:t>
            </a:r>
          </a:p>
          <a:p>
            <a:r>
              <a:rPr lang="en-US" sz="2400" dirty="0" smtClean="0"/>
              <a:t>The system depends on the quality of user-provided information.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Future Scope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More legal document templates</a:t>
            </a:r>
          </a:p>
          <a:p>
            <a:r>
              <a:rPr lang="en-US" sz="2400" dirty="0" smtClean="0"/>
              <a:t>Multi-language support</a:t>
            </a:r>
          </a:p>
          <a:p>
            <a:r>
              <a:rPr lang="en-US" sz="2400" dirty="0" smtClean="0"/>
              <a:t>Voice-based input</a:t>
            </a:r>
          </a:p>
          <a:p>
            <a:r>
              <a:rPr lang="en-US" sz="2400" dirty="0" smtClean="0"/>
              <a:t>AI-powered document explanation</a:t>
            </a:r>
          </a:p>
          <a:p>
            <a:r>
              <a:rPr lang="en-US" sz="2400" dirty="0" smtClean="0"/>
              <a:t>Document comparison</a:t>
            </a:r>
          </a:p>
          <a:p>
            <a:r>
              <a:rPr lang="en-US" sz="2400" dirty="0" smtClean="0"/>
              <a:t>E-signature integration</a:t>
            </a:r>
          </a:p>
          <a:p>
            <a:r>
              <a:rPr lang="en-US" sz="2400" dirty="0" smtClean="0"/>
              <a:t>Improved document verification</a:t>
            </a:r>
          </a:p>
          <a:p>
            <a:r>
              <a:rPr lang="en-US" sz="2400" dirty="0" smtClean="0"/>
              <a:t>Mobile application</a:t>
            </a:r>
          </a:p>
          <a:p>
            <a:r>
              <a:rPr lang="en-US" sz="2400" dirty="0" smtClean="0"/>
              <a:t>Regional legal-rule support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Expected Outcome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simple platform for generating structured legal-document drafts.</a:t>
            </a:r>
          </a:p>
          <a:p>
            <a:r>
              <a:rPr lang="en-US" sz="2400" dirty="0" smtClean="0"/>
              <a:t>Reduced manual effort.</a:t>
            </a:r>
          </a:p>
          <a:p>
            <a:r>
              <a:rPr lang="en-US" sz="2400" dirty="0" smtClean="0"/>
              <a:t>Faster document preparation.</a:t>
            </a:r>
          </a:p>
          <a:p>
            <a:r>
              <a:rPr lang="en-US" sz="2400" dirty="0" smtClean="0"/>
              <a:t>Better accessibility for users.</a:t>
            </a:r>
          </a:p>
          <a:p>
            <a:r>
              <a:rPr lang="en-US" sz="2400" dirty="0" smtClean="0"/>
              <a:t>A scalable foundation for future AI-powered legal tools.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LegalEase</a:t>
            </a:r>
            <a:r>
              <a:rPr lang="en-US" sz="2400" dirty="0" smtClean="0"/>
              <a:t> combines Artificial Intelligence + Document Automation.</a:t>
            </a:r>
          </a:p>
          <a:p>
            <a:r>
              <a:rPr lang="en-US" sz="2400" dirty="0" smtClean="0"/>
              <a:t>It simplifies the process of preparing structured legal-document drafts.</a:t>
            </a:r>
          </a:p>
          <a:p>
            <a:r>
              <a:rPr lang="en-US" sz="2400" dirty="0" smtClean="0"/>
              <a:t>The system provides a guided and user-friendly experience.</a:t>
            </a:r>
          </a:p>
          <a:p>
            <a:r>
              <a:rPr lang="en-US" sz="2400" dirty="0" smtClean="0"/>
              <a:t>With proper validation and professional review where necessary, </a:t>
            </a:r>
            <a:r>
              <a:rPr lang="en-US" sz="2400" dirty="0" err="1" smtClean="0"/>
              <a:t>LegalEase</a:t>
            </a:r>
            <a:r>
              <a:rPr lang="en-US" sz="2400" dirty="0" smtClean="0"/>
              <a:t> can become a useful legal-document assistance platform.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37</TotalTime>
  <Words>747</Words>
  <Application>Microsoft Office PowerPoint</Application>
  <PresentationFormat>On-screen Show (4:3)</PresentationFormat>
  <Paragraphs>135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Flow</vt:lpstr>
      <vt:lpstr> </vt:lpstr>
      <vt:lpstr>Introduction </vt:lpstr>
      <vt:lpstr>Problem Statement </vt:lpstr>
      <vt:lpstr>Proposed Solution </vt:lpstr>
      <vt:lpstr>Objectives </vt:lpstr>
      <vt:lpstr>Types of Documents Legal Ease can be designed to support documents such as: </vt:lpstr>
      <vt:lpstr>How LegalEase Works </vt:lpstr>
      <vt:lpstr>System Architecture </vt:lpstr>
      <vt:lpstr>Technologies Used  </vt:lpstr>
      <vt:lpstr>AI Integration </vt:lpstr>
      <vt:lpstr>User Input Example: </vt:lpstr>
      <vt:lpstr>Document Generation </vt:lpstr>
      <vt:lpstr>Advantages </vt:lpstr>
      <vt:lpstr>Security &amp; Privacy </vt:lpstr>
      <vt:lpstr>Limitations </vt:lpstr>
      <vt:lpstr>Future Scope </vt:lpstr>
      <vt:lpstr>Expected Outcome 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LegalEase AI-Powered Legal Document Generator</dc:title>
  <dc:creator>DELL</dc:creator>
  <cp:lastModifiedBy>SHADY</cp:lastModifiedBy>
  <cp:revision>6</cp:revision>
  <dcterms:created xsi:type="dcterms:W3CDTF">2006-08-16T00:00:00Z</dcterms:created>
  <dcterms:modified xsi:type="dcterms:W3CDTF">2026-10-04T11:24:29Z</dcterms:modified>
</cp:coreProperties>
</file>